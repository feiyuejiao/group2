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-42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2017-10-8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0295" y="1122680"/>
            <a:ext cx="9577705" cy="1873885"/>
          </a:xfrm>
        </p:spPr>
        <p:txBody>
          <a:bodyPr/>
          <a:lstStyle/>
          <a:p>
            <a:r>
              <a:rPr lang="zh-CN" altLang="en-US" dirty="0" smtClean="0"/>
              <a:t>智慧外贸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独特价值</a:t>
            </a:r>
            <a:r>
              <a:rPr lang="en-US" altLang="zh-CN" dirty="0"/>
              <a:t>+</a:t>
            </a:r>
            <a:r>
              <a:rPr lang="zh-CN" altLang="en-US" dirty="0"/>
              <a:t>客户画像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独特价值画布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73225"/>
            <a:ext cx="10515600" cy="4618355"/>
          </a:xfrm>
        </p:spPr>
        <p:txBody>
          <a:bodyPr>
            <a:normAutofit fontScale="97500"/>
          </a:bodyPr>
          <a:lstStyle/>
          <a:p>
            <a:r>
              <a:rPr lang="en-US" altLang="zh-CN" dirty="0" smtClean="0"/>
              <a:t>Unlike</a:t>
            </a:r>
            <a:r>
              <a:rPr lang="zh-CN" altLang="en-US" dirty="0" smtClean="0"/>
              <a:t>：我们业务模式为中小型外贸企业提供“管理咨询</a:t>
            </a:r>
            <a:r>
              <a:rPr lang="en-US" altLang="zh-CN" dirty="0" smtClean="0"/>
              <a:t>+</a:t>
            </a:r>
            <a:r>
              <a:rPr lang="zh-CN" altLang="en-US" dirty="0" smtClean="0"/>
              <a:t>信息化工具</a:t>
            </a:r>
            <a:r>
              <a:rPr lang="en-US" altLang="zh-CN" dirty="0" smtClean="0"/>
              <a:t>+</a:t>
            </a:r>
            <a:r>
              <a:rPr lang="zh-CN" altLang="en-US" dirty="0" smtClean="0"/>
              <a:t>培训”的智慧云平台服务，目前市面上尚无相同定位</a:t>
            </a:r>
            <a:r>
              <a:rPr lang="zh-CN" altLang="en-US" dirty="0" smtClean="0"/>
              <a:t>企业。</a:t>
            </a:r>
            <a:endParaRPr lang="zh-CN" altLang="en-US" dirty="0"/>
          </a:p>
          <a:p>
            <a:r>
              <a:rPr lang="en-US" altLang="zh-CN" dirty="0"/>
              <a:t>our</a:t>
            </a:r>
            <a:r>
              <a:rPr lang="zh-CN" altLang="en-US" dirty="0" smtClean="0"/>
              <a:t>：智慧外贸；</a:t>
            </a:r>
            <a:endParaRPr lang="zh-CN" altLang="en-US" dirty="0"/>
          </a:p>
          <a:p>
            <a:r>
              <a:rPr lang="en-US" altLang="zh-CN" dirty="0"/>
              <a:t>helps</a:t>
            </a:r>
            <a:r>
              <a:rPr lang="zh-CN" altLang="en-US" dirty="0" smtClean="0"/>
              <a:t>：中国千百万进出口贸易公司和贸易人员；</a:t>
            </a:r>
            <a:endParaRPr lang="zh-CN" altLang="en-US" dirty="0"/>
          </a:p>
          <a:p>
            <a:r>
              <a:rPr lang="en-US" altLang="zh-CN" dirty="0"/>
              <a:t>who want to</a:t>
            </a:r>
            <a:r>
              <a:rPr lang="zh-CN" altLang="en-US" dirty="0" smtClean="0"/>
              <a:t>：</a:t>
            </a:r>
            <a:r>
              <a:rPr lang="zh-CN" altLang="en-US" dirty="0" smtClean="0"/>
              <a:t>用大数据和人工智能，解决国际贸易的沟通，技术和风险</a:t>
            </a:r>
            <a:r>
              <a:rPr lang="zh-CN" altLang="en-US" dirty="0" smtClean="0"/>
              <a:t>问题。</a:t>
            </a:r>
            <a:endParaRPr lang="zh-CN" altLang="en-US" dirty="0"/>
          </a:p>
          <a:p>
            <a:r>
              <a:rPr lang="en-US" altLang="zh-CN" dirty="0"/>
              <a:t>by</a:t>
            </a:r>
            <a:r>
              <a:rPr lang="zh-CN" altLang="en-US" dirty="0" smtClean="0"/>
              <a:t>：帮助贸易公司降低人力成本、顺利出口收汇、高效准确制单。</a:t>
            </a:r>
            <a:endParaRPr lang="zh-CN" altLang="en-US" dirty="0"/>
          </a:p>
          <a:p>
            <a:r>
              <a:rPr lang="en-US" altLang="zh-CN" dirty="0"/>
              <a:t>by</a:t>
            </a:r>
            <a:r>
              <a:rPr lang="zh-CN" altLang="en-US" dirty="0" smtClean="0"/>
              <a:t>：</a:t>
            </a:r>
            <a:r>
              <a:rPr lang="zh-CN" altLang="en-US" dirty="0" smtClean="0"/>
              <a:t>在线秒制单，一个人干五个人的活；在线、线下培训贸易人员，提高贸易公司竞争力；为贸易公司防范国际诈骗。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客户画像画布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73225"/>
            <a:ext cx="10515600" cy="4618355"/>
          </a:xfrm>
        </p:spPr>
        <p:txBody>
          <a:bodyPr>
            <a:normAutofit fontScale="97500"/>
          </a:bodyPr>
          <a:lstStyle/>
          <a:p>
            <a:r>
              <a:rPr lang="en-US" altLang="zh-CN" dirty="0"/>
              <a:t>buyer persona</a:t>
            </a:r>
            <a:r>
              <a:rPr lang="zh-CN" altLang="en-US" dirty="0" smtClean="0"/>
              <a:t>：该领域市场</a:t>
            </a:r>
            <a:r>
              <a:rPr lang="zh-CN" altLang="en-US" dirty="0" smtClean="0"/>
              <a:t>潜力大，难点和痛点都比较明显，能提供解决方案的企业不多，特别是提供市场相对碎片化，竞争格局</a:t>
            </a:r>
            <a:r>
              <a:rPr lang="zh-CN" altLang="en-US" dirty="0" smtClean="0"/>
              <a:t>未定；</a:t>
            </a:r>
            <a:r>
              <a:rPr lang="en-US" altLang="zh-CN" dirty="0" smtClean="0"/>
              <a:t>AI</a:t>
            </a:r>
            <a:r>
              <a:rPr lang="zh-CN" altLang="en-US" dirty="0" smtClean="0"/>
              <a:t>技术并未在此细分领域深度应用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r>
              <a:rPr lang="en-US" altLang="zh-CN" dirty="0"/>
              <a:t>content</a:t>
            </a:r>
            <a:r>
              <a:rPr lang="zh-CN" altLang="en-US" dirty="0"/>
              <a:t>：信息来源于</a:t>
            </a:r>
            <a:r>
              <a:rPr lang="zh-CN" altLang="en-US" dirty="0" smtClean="0"/>
              <a:t>国家商务部、国际贸易公司和职员的</a:t>
            </a:r>
            <a:r>
              <a:rPr lang="zh-CN" altLang="en-US" dirty="0"/>
              <a:t>实际情况反映、中间人推荐、</a:t>
            </a:r>
            <a:r>
              <a:rPr lang="zh-CN" altLang="en-US" dirty="0">
                <a:sym typeface="+mn-ea"/>
              </a:rPr>
              <a:t>我方产品介绍</a:t>
            </a:r>
            <a:r>
              <a:rPr lang="zh-CN" altLang="en-US" dirty="0" smtClean="0">
                <a:sym typeface="+mn-ea"/>
              </a:rPr>
              <a:t>资料</a:t>
            </a:r>
            <a:r>
              <a:rPr lang="zh-CN" altLang="en-US" dirty="0" smtClean="0"/>
              <a:t>等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buying process</a:t>
            </a:r>
            <a:r>
              <a:rPr lang="zh-CN" altLang="en-US" dirty="0"/>
              <a:t>：前期公关</a:t>
            </a:r>
            <a:r>
              <a:rPr lang="en-US" altLang="zh-CN" dirty="0"/>
              <a:t>-&gt;</a:t>
            </a:r>
            <a:r>
              <a:rPr lang="zh-CN" altLang="en-US" dirty="0"/>
              <a:t>约见客户</a:t>
            </a:r>
            <a:r>
              <a:rPr lang="en-US" altLang="zh-CN" dirty="0"/>
              <a:t>-&gt;</a:t>
            </a:r>
            <a:r>
              <a:rPr lang="zh-CN" altLang="en-US" dirty="0"/>
              <a:t>介绍产品</a:t>
            </a:r>
            <a:r>
              <a:rPr lang="en-US" altLang="zh-CN" dirty="0"/>
              <a:t>-&gt;</a:t>
            </a:r>
            <a:r>
              <a:rPr lang="zh-CN" altLang="en-US" dirty="0"/>
              <a:t>邀请参考</a:t>
            </a:r>
            <a:r>
              <a:rPr lang="zh-CN" altLang="en-US" dirty="0">
                <a:sym typeface="+mn-ea"/>
              </a:rPr>
              <a:t>试点</a:t>
            </a:r>
            <a:r>
              <a:rPr lang="en-US" altLang="zh-CN" dirty="0">
                <a:sym typeface="+mn-ea"/>
              </a:rPr>
              <a:t>-&gt;</a:t>
            </a:r>
            <a:r>
              <a:rPr lang="zh-CN" altLang="en-US" dirty="0">
                <a:sym typeface="+mn-ea"/>
              </a:rPr>
              <a:t>价格及需求谈判</a:t>
            </a:r>
            <a:r>
              <a:rPr lang="en-US" altLang="zh-CN" dirty="0">
                <a:sym typeface="+mn-ea"/>
              </a:rPr>
              <a:t>-&gt;</a:t>
            </a:r>
            <a:r>
              <a:rPr lang="zh-CN" altLang="en-US" dirty="0">
                <a:sym typeface="+mn-ea"/>
              </a:rPr>
              <a:t>采购合同</a:t>
            </a:r>
            <a:r>
              <a:rPr lang="en-US" altLang="zh-CN" dirty="0">
                <a:sym typeface="+mn-ea"/>
              </a:rPr>
              <a:t>-&gt;</a:t>
            </a:r>
            <a:r>
              <a:rPr lang="zh-CN" altLang="en-US" dirty="0">
                <a:sym typeface="+mn-ea"/>
              </a:rPr>
              <a:t>项目实施</a:t>
            </a:r>
            <a:r>
              <a:rPr lang="en-US" altLang="zh-CN" dirty="0">
                <a:sym typeface="+mn-ea"/>
              </a:rPr>
              <a:t>-&gt;</a:t>
            </a:r>
            <a:r>
              <a:rPr lang="zh-CN" altLang="en-US" dirty="0">
                <a:sym typeface="+mn-ea"/>
              </a:rPr>
              <a:t>培训</a:t>
            </a:r>
            <a:r>
              <a:rPr lang="en-US" altLang="zh-CN" dirty="0">
                <a:sym typeface="+mn-ea"/>
              </a:rPr>
              <a:t>-&gt;</a:t>
            </a:r>
            <a:r>
              <a:rPr lang="zh-CN" altLang="en-US" dirty="0">
                <a:sym typeface="+mn-ea"/>
              </a:rPr>
              <a:t>首年付款</a:t>
            </a:r>
            <a:r>
              <a:rPr lang="en-US" altLang="zh-CN" dirty="0">
                <a:sym typeface="+mn-ea"/>
              </a:rPr>
              <a:t>-&gt;</a:t>
            </a:r>
            <a:r>
              <a:rPr lang="zh-CN" altLang="en-US" dirty="0">
                <a:sym typeface="+mn-ea"/>
              </a:rPr>
              <a:t>以后按年付</a:t>
            </a:r>
            <a:r>
              <a:rPr lang="zh-CN" altLang="en-US" dirty="0" smtClean="0">
                <a:sym typeface="+mn-ea"/>
              </a:rPr>
              <a:t>费</a:t>
            </a:r>
            <a:r>
              <a:rPr lang="zh-CN" altLang="en-US" dirty="0" smtClean="0">
                <a:sym typeface="+mn-ea"/>
              </a:rPr>
              <a:t>。</a:t>
            </a:r>
            <a:endParaRPr lang="zh-CN" altLang="en-US" dirty="0"/>
          </a:p>
          <a:p>
            <a:r>
              <a:rPr lang="en-US" altLang="zh-CN" dirty="0" err="1"/>
              <a:t>Influencers,Stakehodlers,Buying</a:t>
            </a:r>
            <a:r>
              <a:rPr lang="en-US" altLang="zh-CN" dirty="0"/>
              <a:t> team</a:t>
            </a:r>
            <a:r>
              <a:rPr lang="zh-CN" altLang="en-US" dirty="0" smtClean="0"/>
              <a:t>：贸易公司经理或</a:t>
            </a:r>
            <a:r>
              <a:rPr lang="en-US" altLang="zh-CN" dirty="0" smtClean="0"/>
              <a:t>it</a:t>
            </a:r>
            <a:r>
              <a:rPr lang="zh-CN" altLang="en-US" dirty="0" smtClean="0"/>
              <a:t>部门负责人。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250</Words>
  <Application>WPS 演示</Application>
  <PresentationFormat>自定义</PresentationFormat>
  <Paragraphs>14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智慧外贸</vt:lpstr>
      <vt:lpstr>独特价值画布</vt:lpstr>
      <vt:lpstr>客户画像画布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智慧外贸</dc:title>
  <dc:creator/>
  <cp:lastModifiedBy>体验用户12</cp:lastModifiedBy>
  <cp:revision>28</cp:revision>
  <dcterms:created xsi:type="dcterms:W3CDTF">2015-05-05T08:02:00Z</dcterms:created>
  <dcterms:modified xsi:type="dcterms:W3CDTF">2017-10-08T03:12:48Z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2052-10.1.0.6876</vt:lpwstr>
  </property>
</Properties>
</file>